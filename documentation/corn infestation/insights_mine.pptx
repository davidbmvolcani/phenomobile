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1" r:id="rId4"/>
    <p:sldId id="260" r:id="rId5"/>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63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C4124-3970-4534-B865-DC7E5BB25A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C3CE6FD5-E9DA-4402-8768-4E0C798E8F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F521164B-43C6-4AF6-82EB-7BD58885BF19}"/>
              </a:ext>
            </a:extLst>
          </p:cNvPr>
          <p:cNvSpPr>
            <a:spLocks noGrp="1"/>
          </p:cNvSpPr>
          <p:nvPr>
            <p:ph type="dt" sz="half" idx="10"/>
          </p:nvPr>
        </p:nvSpPr>
        <p:spPr/>
        <p:txBody>
          <a:bodyPr/>
          <a:lstStyle/>
          <a:p>
            <a:fld id="{EFC17A2D-F938-4A1A-922B-94D5EED1C2D1}" type="datetimeFigureOut">
              <a:rPr lang="he-IL" smtClean="0"/>
              <a:t>כ"ט/חשון/תשפ"ו</a:t>
            </a:fld>
            <a:endParaRPr lang="he-IL"/>
          </a:p>
        </p:txBody>
      </p:sp>
      <p:sp>
        <p:nvSpPr>
          <p:cNvPr id="5" name="Footer Placeholder 4">
            <a:extLst>
              <a:ext uri="{FF2B5EF4-FFF2-40B4-BE49-F238E27FC236}">
                <a16:creationId xmlns:a16="http://schemas.microsoft.com/office/drawing/2014/main" id="{57E407E5-7DBE-44D5-B9E6-A882F6A008F5}"/>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E9F83C2A-A134-4BE3-99D1-7457AE19F805}"/>
              </a:ext>
            </a:extLst>
          </p:cNvPr>
          <p:cNvSpPr>
            <a:spLocks noGrp="1"/>
          </p:cNvSpPr>
          <p:nvPr>
            <p:ph type="sldNum" sz="quarter" idx="12"/>
          </p:nvPr>
        </p:nvSpPr>
        <p:spPr/>
        <p:txBody>
          <a:bodyPr/>
          <a:lstStyle/>
          <a:p>
            <a:fld id="{87BA466E-D712-466F-971A-FA42D347C4D2}" type="slidenum">
              <a:rPr lang="he-IL" smtClean="0"/>
              <a:t>‹#›</a:t>
            </a:fld>
            <a:endParaRPr lang="he-IL"/>
          </a:p>
        </p:txBody>
      </p:sp>
    </p:spTree>
    <p:extLst>
      <p:ext uri="{BB962C8B-B14F-4D97-AF65-F5344CB8AC3E}">
        <p14:creationId xmlns:p14="http://schemas.microsoft.com/office/powerpoint/2010/main" val="2595224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765E3-1B1E-4F93-8A05-CE621CD74DA3}"/>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33784A10-2017-4C2D-8703-C15A58B4BB4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9CEA46C6-1BBB-4D22-9E85-A9AA84C130B8}"/>
              </a:ext>
            </a:extLst>
          </p:cNvPr>
          <p:cNvSpPr>
            <a:spLocks noGrp="1"/>
          </p:cNvSpPr>
          <p:nvPr>
            <p:ph type="dt" sz="half" idx="10"/>
          </p:nvPr>
        </p:nvSpPr>
        <p:spPr/>
        <p:txBody>
          <a:bodyPr/>
          <a:lstStyle/>
          <a:p>
            <a:fld id="{EFC17A2D-F938-4A1A-922B-94D5EED1C2D1}" type="datetimeFigureOut">
              <a:rPr lang="he-IL" smtClean="0"/>
              <a:t>כ"ט/חשון/תשפ"ו</a:t>
            </a:fld>
            <a:endParaRPr lang="he-IL"/>
          </a:p>
        </p:txBody>
      </p:sp>
      <p:sp>
        <p:nvSpPr>
          <p:cNvPr id="5" name="Footer Placeholder 4">
            <a:extLst>
              <a:ext uri="{FF2B5EF4-FFF2-40B4-BE49-F238E27FC236}">
                <a16:creationId xmlns:a16="http://schemas.microsoft.com/office/drawing/2014/main" id="{6662C5C6-4FF7-4EB5-BBC5-01E5B0EF13B3}"/>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65885909-7954-4001-A863-CBC97F580991}"/>
              </a:ext>
            </a:extLst>
          </p:cNvPr>
          <p:cNvSpPr>
            <a:spLocks noGrp="1"/>
          </p:cNvSpPr>
          <p:nvPr>
            <p:ph type="sldNum" sz="quarter" idx="12"/>
          </p:nvPr>
        </p:nvSpPr>
        <p:spPr/>
        <p:txBody>
          <a:bodyPr/>
          <a:lstStyle/>
          <a:p>
            <a:fld id="{87BA466E-D712-466F-971A-FA42D347C4D2}" type="slidenum">
              <a:rPr lang="he-IL" smtClean="0"/>
              <a:t>‹#›</a:t>
            </a:fld>
            <a:endParaRPr lang="he-IL"/>
          </a:p>
        </p:txBody>
      </p:sp>
    </p:spTree>
    <p:extLst>
      <p:ext uri="{BB962C8B-B14F-4D97-AF65-F5344CB8AC3E}">
        <p14:creationId xmlns:p14="http://schemas.microsoft.com/office/powerpoint/2010/main" val="345486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12689-AC8D-457F-A0CC-4DFA6609E7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8E454D5B-1E2C-4F81-9A08-93023A87B1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9D7E29B-7B6B-42ED-8EEB-290B08DD1A91}"/>
              </a:ext>
            </a:extLst>
          </p:cNvPr>
          <p:cNvSpPr>
            <a:spLocks noGrp="1"/>
          </p:cNvSpPr>
          <p:nvPr>
            <p:ph type="dt" sz="half" idx="10"/>
          </p:nvPr>
        </p:nvSpPr>
        <p:spPr/>
        <p:txBody>
          <a:bodyPr/>
          <a:lstStyle/>
          <a:p>
            <a:fld id="{EFC17A2D-F938-4A1A-922B-94D5EED1C2D1}" type="datetimeFigureOut">
              <a:rPr lang="he-IL" smtClean="0"/>
              <a:t>כ"ט/חשון/תשפ"ו</a:t>
            </a:fld>
            <a:endParaRPr lang="he-IL"/>
          </a:p>
        </p:txBody>
      </p:sp>
      <p:sp>
        <p:nvSpPr>
          <p:cNvPr id="5" name="Footer Placeholder 4">
            <a:extLst>
              <a:ext uri="{FF2B5EF4-FFF2-40B4-BE49-F238E27FC236}">
                <a16:creationId xmlns:a16="http://schemas.microsoft.com/office/drawing/2014/main" id="{BEE85A8C-6806-4301-906A-F06C91025731}"/>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BE246F76-AB57-4039-97C1-661FF0334E32}"/>
              </a:ext>
            </a:extLst>
          </p:cNvPr>
          <p:cNvSpPr>
            <a:spLocks noGrp="1"/>
          </p:cNvSpPr>
          <p:nvPr>
            <p:ph type="sldNum" sz="quarter" idx="12"/>
          </p:nvPr>
        </p:nvSpPr>
        <p:spPr/>
        <p:txBody>
          <a:bodyPr/>
          <a:lstStyle/>
          <a:p>
            <a:fld id="{87BA466E-D712-466F-971A-FA42D347C4D2}" type="slidenum">
              <a:rPr lang="he-IL" smtClean="0"/>
              <a:t>‹#›</a:t>
            </a:fld>
            <a:endParaRPr lang="he-IL"/>
          </a:p>
        </p:txBody>
      </p:sp>
    </p:spTree>
    <p:extLst>
      <p:ext uri="{BB962C8B-B14F-4D97-AF65-F5344CB8AC3E}">
        <p14:creationId xmlns:p14="http://schemas.microsoft.com/office/powerpoint/2010/main" val="3741755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1F919-2E29-44CC-9497-87D9446D082D}"/>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C2B94894-CA43-4AFD-98EA-85B2AA957B1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EB4B709A-9114-4326-A6BC-29BF0CE6DC6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192FB22E-1EC7-4D6B-8D6A-A2CFFE8FD804}"/>
              </a:ext>
            </a:extLst>
          </p:cNvPr>
          <p:cNvSpPr>
            <a:spLocks noGrp="1"/>
          </p:cNvSpPr>
          <p:nvPr>
            <p:ph type="dt" sz="half" idx="10"/>
          </p:nvPr>
        </p:nvSpPr>
        <p:spPr/>
        <p:txBody>
          <a:bodyPr/>
          <a:lstStyle/>
          <a:p>
            <a:fld id="{EFC17A2D-F938-4A1A-922B-94D5EED1C2D1}" type="datetimeFigureOut">
              <a:rPr lang="he-IL" smtClean="0"/>
              <a:t>כ"ט/חשון/תשפ"ו</a:t>
            </a:fld>
            <a:endParaRPr lang="he-IL"/>
          </a:p>
        </p:txBody>
      </p:sp>
      <p:sp>
        <p:nvSpPr>
          <p:cNvPr id="6" name="Footer Placeholder 5">
            <a:extLst>
              <a:ext uri="{FF2B5EF4-FFF2-40B4-BE49-F238E27FC236}">
                <a16:creationId xmlns:a16="http://schemas.microsoft.com/office/drawing/2014/main" id="{4E2DB6A1-4BF2-4E9F-9DBC-E5E7247F1D3A}"/>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B23535DF-41E0-4CAD-A485-E79183803DB4}"/>
              </a:ext>
            </a:extLst>
          </p:cNvPr>
          <p:cNvSpPr>
            <a:spLocks noGrp="1"/>
          </p:cNvSpPr>
          <p:nvPr>
            <p:ph type="sldNum" sz="quarter" idx="12"/>
          </p:nvPr>
        </p:nvSpPr>
        <p:spPr/>
        <p:txBody>
          <a:bodyPr/>
          <a:lstStyle/>
          <a:p>
            <a:fld id="{87BA466E-D712-466F-971A-FA42D347C4D2}" type="slidenum">
              <a:rPr lang="he-IL" smtClean="0"/>
              <a:t>‹#›</a:t>
            </a:fld>
            <a:endParaRPr lang="he-IL"/>
          </a:p>
        </p:txBody>
      </p:sp>
    </p:spTree>
    <p:extLst>
      <p:ext uri="{BB962C8B-B14F-4D97-AF65-F5344CB8AC3E}">
        <p14:creationId xmlns:p14="http://schemas.microsoft.com/office/powerpoint/2010/main" val="86290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40402-F683-4CF4-8269-20EC63379365}"/>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45F7B366-524C-4347-8593-9B1242DBE2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4AA5458-BDAB-42BE-8D58-314F83B23B1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64F4723C-A8E9-41EF-9F4C-5F417D6D73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950612A-3FDE-4973-AC09-02AAEA06DC1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CCA36DBD-98E8-4FB5-94F9-5E692A57FF43}"/>
              </a:ext>
            </a:extLst>
          </p:cNvPr>
          <p:cNvSpPr>
            <a:spLocks noGrp="1"/>
          </p:cNvSpPr>
          <p:nvPr>
            <p:ph type="dt" sz="half" idx="10"/>
          </p:nvPr>
        </p:nvSpPr>
        <p:spPr/>
        <p:txBody>
          <a:bodyPr/>
          <a:lstStyle/>
          <a:p>
            <a:fld id="{EFC17A2D-F938-4A1A-922B-94D5EED1C2D1}" type="datetimeFigureOut">
              <a:rPr lang="he-IL" smtClean="0"/>
              <a:t>כ"ט/חשון/תשפ"ו</a:t>
            </a:fld>
            <a:endParaRPr lang="he-IL"/>
          </a:p>
        </p:txBody>
      </p:sp>
      <p:sp>
        <p:nvSpPr>
          <p:cNvPr id="8" name="Footer Placeholder 7">
            <a:extLst>
              <a:ext uri="{FF2B5EF4-FFF2-40B4-BE49-F238E27FC236}">
                <a16:creationId xmlns:a16="http://schemas.microsoft.com/office/drawing/2014/main" id="{94232E6E-2242-4277-8AD0-0CBB9206413F}"/>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C6209984-DA4E-4D5C-9117-0A06978BCEF0}"/>
              </a:ext>
            </a:extLst>
          </p:cNvPr>
          <p:cNvSpPr>
            <a:spLocks noGrp="1"/>
          </p:cNvSpPr>
          <p:nvPr>
            <p:ph type="sldNum" sz="quarter" idx="12"/>
          </p:nvPr>
        </p:nvSpPr>
        <p:spPr/>
        <p:txBody>
          <a:bodyPr/>
          <a:lstStyle/>
          <a:p>
            <a:fld id="{87BA466E-D712-466F-971A-FA42D347C4D2}" type="slidenum">
              <a:rPr lang="he-IL" smtClean="0"/>
              <a:t>‹#›</a:t>
            </a:fld>
            <a:endParaRPr lang="he-IL"/>
          </a:p>
        </p:txBody>
      </p:sp>
    </p:spTree>
    <p:extLst>
      <p:ext uri="{BB962C8B-B14F-4D97-AF65-F5344CB8AC3E}">
        <p14:creationId xmlns:p14="http://schemas.microsoft.com/office/powerpoint/2010/main" val="593017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1EA5E-9FE0-4F8A-BA79-A37740084A56}"/>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3E7C6C95-CF68-4433-88AD-11331A783B87}"/>
              </a:ext>
            </a:extLst>
          </p:cNvPr>
          <p:cNvSpPr>
            <a:spLocks noGrp="1"/>
          </p:cNvSpPr>
          <p:nvPr>
            <p:ph type="dt" sz="half" idx="10"/>
          </p:nvPr>
        </p:nvSpPr>
        <p:spPr/>
        <p:txBody>
          <a:bodyPr/>
          <a:lstStyle/>
          <a:p>
            <a:fld id="{EFC17A2D-F938-4A1A-922B-94D5EED1C2D1}" type="datetimeFigureOut">
              <a:rPr lang="he-IL" smtClean="0"/>
              <a:t>כ"ט/חשון/תשפ"ו</a:t>
            </a:fld>
            <a:endParaRPr lang="he-IL"/>
          </a:p>
        </p:txBody>
      </p:sp>
      <p:sp>
        <p:nvSpPr>
          <p:cNvPr id="4" name="Footer Placeholder 3">
            <a:extLst>
              <a:ext uri="{FF2B5EF4-FFF2-40B4-BE49-F238E27FC236}">
                <a16:creationId xmlns:a16="http://schemas.microsoft.com/office/drawing/2014/main" id="{5978D6AC-3C40-4142-AE8B-71DE291C93C7}"/>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AE26E235-F897-4C74-A6E9-9F2F07A24AEE}"/>
              </a:ext>
            </a:extLst>
          </p:cNvPr>
          <p:cNvSpPr>
            <a:spLocks noGrp="1"/>
          </p:cNvSpPr>
          <p:nvPr>
            <p:ph type="sldNum" sz="quarter" idx="12"/>
          </p:nvPr>
        </p:nvSpPr>
        <p:spPr/>
        <p:txBody>
          <a:bodyPr/>
          <a:lstStyle/>
          <a:p>
            <a:fld id="{87BA466E-D712-466F-971A-FA42D347C4D2}" type="slidenum">
              <a:rPr lang="he-IL" smtClean="0"/>
              <a:t>‹#›</a:t>
            </a:fld>
            <a:endParaRPr lang="he-IL"/>
          </a:p>
        </p:txBody>
      </p:sp>
    </p:spTree>
    <p:extLst>
      <p:ext uri="{BB962C8B-B14F-4D97-AF65-F5344CB8AC3E}">
        <p14:creationId xmlns:p14="http://schemas.microsoft.com/office/powerpoint/2010/main" val="1591154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855A71-D93F-4BC9-8841-D5D689FAC773}"/>
              </a:ext>
            </a:extLst>
          </p:cNvPr>
          <p:cNvSpPr>
            <a:spLocks noGrp="1"/>
          </p:cNvSpPr>
          <p:nvPr>
            <p:ph type="dt" sz="half" idx="10"/>
          </p:nvPr>
        </p:nvSpPr>
        <p:spPr/>
        <p:txBody>
          <a:bodyPr/>
          <a:lstStyle/>
          <a:p>
            <a:fld id="{EFC17A2D-F938-4A1A-922B-94D5EED1C2D1}" type="datetimeFigureOut">
              <a:rPr lang="he-IL" smtClean="0"/>
              <a:t>כ"ט/חשון/תשפ"ו</a:t>
            </a:fld>
            <a:endParaRPr lang="he-IL"/>
          </a:p>
        </p:txBody>
      </p:sp>
      <p:sp>
        <p:nvSpPr>
          <p:cNvPr id="3" name="Footer Placeholder 2">
            <a:extLst>
              <a:ext uri="{FF2B5EF4-FFF2-40B4-BE49-F238E27FC236}">
                <a16:creationId xmlns:a16="http://schemas.microsoft.com/office/drawing/2014/main" id="{89B4A557-30C7-4964-B73D-6A1F84585D41}"/>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C0A12CA0-8582-4272-B996-694C4AFD2B2B}"/>
              </a:ext>
            </a:extLst>
          </p:cNvPr>
          <p:cNvSpPr>
            <a:spLocks noGrp="1"/>
          </p:cNvSpPr>
          <p:nvPr>
            <p:ph type="sldNum" sz="quarter" idx="12"/>
          </p:nvPr>
        </p:nvSpPr>
        <p:spPr/>
        <p:txBody>
          <a:bodyPr/>
          <a:lstStyle/>
          <a:p>
            <a:fld id="{87BA466E-D712-466F-971A-FA42D347C4D2}" type="slidenum">
              <a:rPr lang="he-IL" smtClean="0"/>
              <a:t>‹#›</a:t>
            </a:fld>
            <a:endParaRPr lang="he-IL"/>
          </a:p>
        </p:txBody>
      </p:sp>
    </p:spTree>
    <p:extLst>
      <p:ext uri="{BB962C8B-B14F-4D97-AF65-F5344CB8AC3E}">
        <p14:creationId xmlns:p14="http://schemas.microsoft.com/office/powerpoint/2010/main" val="2431101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DB359-C3C9-4D45-9042-F260BBB6A5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C38F73AA-D09E-4528-8C40-EA7A481B26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D47A0AC6-7195-4DD0-A89A-D1F089FA24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9821117-B61D-4A14-AC9F-00CB749CAB3E}"/>
              </a:ext>
            </a:extLst>
          </p:cNvPr>
          <p:cNvSpPr>
            <a:spLocks noGrp="1"/>
          </p:cNvSpPr>
          <p:nvPr>
            <p:ph type="dt" sz="half" idx="10"/>
          </p:nvPr>
        </p:nvSpPr>
        <p:spPr/>
        <p:txBody>
          <a:bodyPr/>
          <a:lstStyle/>
          <a:p>
            <a:fld id="{EFC17A2D-F938-4A1A-922B-94D5EED1C2D1}" type="datetimeFigureOut">
              <a:rPr lang="he-IL" smtClean="0"/>
              <a:t>כ"ט/חשון/תשפ"ו</a:t>
            </a:fld>
            <a:endParaRPr lang="he-IL"/>
          </a:p>
        </p:txBody>
      </p:sp>
      <p:sp>
        <p:nvSpPr>
          <p:cNvPr id="6" name="Footer Placeholder 5">
            <a:extLst>
              <a:ext uri="{FF2B5EF4-FFF2-40B4-BE49-F238E27FC236}">
                <a16:creationId xmlns:a16="http://schemas.microsoft.com/office/drawing/2014/main" id="{701A9324-F040-417D-B51A-C9675F8A9DA9}"/>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6A0295B5-4719-4FDB-BC35-777886A591FF}"/>
              </a:ext>
            </a:extLst>
          </p:cNvPr>
          <p:cNvSpPr>
            <a:spLocks noGrp="1"/>
          </p:cNvSpPr>
          <p:nvPr>
            <p:ph type="sldNum" sz="quarter" idx="12"/>
          </p:nvPr>
        </p:nvSpPr>
        <p:spPr/>
        <p:txBody>
          <a:bodyPr/>
          <a:lstStyle/>
          <a:p>
            <a:fld id="{87BA466E-D712-466F-971A-FA42D347C4D2}" type="slidenum">
              <a:rPr lang="he-IL" smtClean="0"/>
              <a:t>‹#›</a:t>
            </a:fld>
            <a:endParaRPr lang="he-IL"/>
          </a:p>
        </p:txBody>
      </p:sp>
    </p:spTree>
    <p:extLst>
      <p:ext uri="{BB962C8B-B14F-4D97-AF65-F5344CB8AC3E}">
        <p14:creationId xmlns:p14="http://schemas.microsoft.com/office/powerpoint/2010/main" val="2152854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3B637-591C-4808-9305-96B86438A7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7B3E9254-753F-45E0-955A-441FED0B4A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7A28484F-8F68-4781-BD19-E1BC26FE7A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A15CC12-505A-4DCB-B797-F18D67F8315A}"/>
              </a:ext>
            </a:extLst>
          </p:cNvPr>
          <p:cNvSpPr>
            <a:spLocks noGrp="1"/>
          </p:cNvSpPr>
          <p:nvPr>
            <p:ph type="dt" sz="half" idx="10"/>
          </p:nvPr>
        </p:nvSpPr>
        <p:spPr/>
        <p:txBody>
          <a:bodyPr/>
          <a:lstStyle/>
          <a:p>
            <a:fld id="{EFC17A2D-F938-4A1A-922B-94D5EED1C2D1}" type="datetimeFigureOut">
              <a:rPr lang="he-IL" smtClean="0"/>
              <a:t>כ"ט/חשון/תשפ"ו</a:t>
            </a:fld>
            <a:endParaRPr lang="he-IL"/>
          </a:p>
        </p:txBody>
      </p:sp>
      <p:sp>
        <p:nvSpPr>
          <p:cNvPr id="6" name="Footer Placeholder 5">
            <a:extLst>
              <a:ext uri="{FF2B5EF4-FFF2-40B4-BE49-F238E27FC236}">
                <a16:creationId xmlns:a16="http://schemas.microsoft.com/office/drawing/2014/main" id="{63542E0A-6F78-4C2B-8AAB-9200F9BF9663}"/>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0B81C4CF-5F89-4B1C-9A18-52EA787BCCCD}"/>
              </a:ext>
            </a:extLst>
          </p:cNvPr>
          <p:cNvSpPr>
            <a:spLocks noGrp="1"/>
          </p:cNvSpPr>
          <p:nvPr>
            <p:ph type="sldNum" sz="quarter" idx="12"/>
          </p:nvPr>
        </p:nvSpPr>
        <p:spPr/>
        <p:txBody>
          <a:bodyPr/>
          <a:lstStyle/>
          <a:p>
            <a:fld id="{87BA466E-D712-466F-971A-FA42D347C4D2}" type="slidenum">
              <a:rPr lang="he-IL" smtClean="0"/>
              <a:t>‹#›</a:t>
            </a:fld>
            <a:endParaRPr lang="he-IL"/>
          </a:p>
        </p:txBody>
      </p:sp>
    </p:spTree>
    <p:extLst>
      <p:ext uri="{BB962C8B-B14F-4D97-AF65-F5344CB8AC3E}">
        <p14:creationId xmlns:p14="http://schemas.microsoft.com/office/powerpoint/2010/main" val="3732436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DFE52-71BB-445B-A860-920B95EB4E88}"/>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E3363F54-5117-42BD-BCC2-EA00A6E663E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A9F4E20E-1053-4641-BC9E-6F0481F8CDA8}"/>
              </a:ext>
            </a:extLst>
          </p:cNvPr>
          <p:cNvSpPr>
            <a:spLocks noGrp="1"/>
          </p:cNvSpPr>
          <p:nvPr>
            <p:ph type="dt" sz="half" idx="10"/>
          </p:nvPr>
        </p:nvSpPr>
        <p:spPr/>
        <p:txBody>
          <a:bodyPr/>
          <a:lstStyle/>
          <a:p>
            <a:fld id="{EFC17A2D-F938-4A1A-922B-94D5EED1C2D1}" type="datetimeFigureOut">
              <a:rPr lang="he-IL" smtClean="0"/>
              <a:t>כ"ט/חשון/תשפ"ו</a:t>
            </a:fld>
            <a:endParaRPr lang="he-IL"/>
          </a:p>
        </p:txBody>
      </p:sp>
      <p:sp>
        <p:nvSpPr>
          <p:cNvPr id="5" name="Footer Placeholder 4">
            <a:extLst>
              <a:ext uri="{FF2B5EF4-FFF2-40B4-BE49-F238E27FC236}">
                <a16:creationId xmlns:a16="http://schemas.microsoft.com/office/drawing/2014/main" id="{F5F80F4A-CF20-4BD9-95CC-9AF78F27B9E2}"/>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71550186-C923-4D32-BA63-EEBB7F9F8157}"/>
              </a:ext>
            </a:extLst>
          </p:cNvPr>
          <p:cNvSpPr>
            <a:spLocks noGrp="1"/>
          </p:cNvSpPr>
          <p:nvPr>
            <p:ph type="sldNum" sz="quarter" idx="12"/>
          </p:nvPr>
        </p:nvSpPr>
        <p:spPr/>
        <p:txBody>
          <a:bodyPr/>
          <a:lstStyle/>
          <a:p>
            <a:fld id="{87BA466E-D712-466F-971A-FA42D347C4D2}" type="slidenum">
              <a:rPr lang="he-IL" smtClean="0"/>
              <a:t>‹#›</a:t>
            </a:fld>
            <a:endParaRPr lang="he-IL"/>
          </a:p>
        </p:txBody>
      </p:sp>
    </p:spTree>
    <p:extLst>
      <p:ext uri="{BB962C8B-B14F-4D97-AF65-F5344CB8AC3E}">
        <p14:creationId xmlns:p14="http://schemas.microsoft.com/office/powerpoint/2010/main" val="2084881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0FAD36-FB97-4045-9FD0-09F8CFFDD6D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481E45AA-EFD0-4C0D-AA6A-4442E0FA4AC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2FE3A0E1-DB8B-4FDD-B71D-732B762A7F64}"/>
              </a:ext>
            </a:extLst>
          </p:cNvPr>
          <p:cNvSpPr>
            <a:spLocks noGrp="1"/>
          </p:cNvSpPr>
          <p:nvPr>
            <p:ph type="dt" sz="half" idx="10"/>
          </p:nvPr>
        </p:nvSpPr>
        <p:spPr/>
        <p:txBody>
          <a:bodyPr/>
          <a:lstStyle/>
          <a:p>
            <a:fld id="{EFC17A2D-F938-4A1A-922B-94D5EED1C2D1}" type="datetimeFigureOut">
              <a:rPr lang="he-IL" smtClean="0"/>
              <a:t>כ"ט/חשון/תשפ"ו</a:t>
            </a:fld>
            <a:endParaRPr lang="he-IL"/>
          </a:p>
        </p:txBody>
      </p:sp>
      <p:sp>
        <p:nvSpPr>
          <p:cNvPr id="5" name="Footer Placeholder 4">
            <a:extLst>
              <a:ext uri="{FF2B5EF4-FFF2-40B4-BE49-F238E27FC236}">
                <a16:creationId xmlns:a16="http://schemas.microsoft.com/office/drawing/2014/main" id="{40C2E0D7-B831-4672-942D-7FAD84C793AC}"/>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2D911946-5FAB-4391-8297-2DF6F6CC76FD}"/>
              </a:ext>
            </a:extLst>
          </p:cNvPr>
          <p:cNvSpPr>
            <a:spLocks noGrp="1"/>
          </p:cNvSpPr>
          <p:nvPr>
            <p:ph type="sldNum" sz="quarter" idx="12"/>
          </p:nvPr>
        </p:nvSpPr>
        <p:spPr/>
        <p:txBody>
          <a:bodyPr/>
          <a:lstStyle/>
          <a:p>
            <a:fld id="{87BA466E-D712-466F-971A-FA42D347C4D2}" type="slidenum">
              <a:rPr lang="he-IL" smtClean="0"/>
              <a:t>‹#›</a:t>
            </a:fld>
            <a:endParaRPr lang="he-IL"/>
          </a:p>
        </p:txBody>
      </p:sp>
    </p:spTree>
    <p:extLst>
      <p:ext uri="{BB962C8B-B14F-4D97-AF65-F5344CB8AC3E}">
        <p14:creationId xmlns:p14="http://schemas.microsoft.com/office/powerpoint/2010/main" val="1145274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F4D4B0-2820-44D5-B389-A4C9789B84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3DEDC65E-E108-4DF9-9998-FE02B42780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FF91C06B-3DFF-44FB-81D4-4E89D13700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C17A2D-F938-4A1A-922B-94D5EED1C2D1}" type="datetimeFigureOut">
              <a:rPr lang="he-IL" smtClean="0"/>
              <a:t>כ"ט/חשון/תשפ"ו</a:t>
            </a:fld>
            <a:endParaRPr lang="he-IL"/>
          </a:p>
        </p:txBody>
      </p:sp>
      <p:sp>
        <p:nvSpPr>
          <p:cNvPr id="5" name="Footer Placeholder 4">
            <a:extLst>
              <a:ext uri="{FF2B5EF4-FFF2-40B4-BE49-F238E27FC236}">
                <a16:creationId xmlns:a16="http://schemas.microsoft.com/office/drawing/2014/main" id="{4CB99FCE-C8B2-424F-A0BD-24693B3722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e-IL"/>
          </a:p>
        </p:txBody>
      </p:sp>
      <p:sp>
        <p:nvSpPr>
          <p:cNvPr id="6" name="Slide Number Placeholder 5">
            <a:extLst>
              <a:ext uri="{FF2B5EF4-FFF2-40B4-BE49-F238E27FC236}">
                <a16:creationId xmlns:a16="http://schemas.microsoft.com/office/drawing/2014/main" id="{0B4C07F5-410C-40C5-898A-6B0EAC0C14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BA466E-D712-466F-971A-FA42D347C4D2}" type="slidenum">
              <a:rPr lang="he-IL" smtClean="0"/>
              <a:t>‹#›</a:t>
            </a:fld>
            <a:endParaRPr lang="he-IL"/>
          </a:p>
        </p:txBody>
      </p:sp>
    </p:spTree>
    <p:extLst>
      <p:ext uri="{BB962C8B-B14F-4D97-AF65-F5344CB8AC3E}">
        <p14:creationId xmlns:p14="http://schemas.microsoft.com/office/powerpoint/2010/main" val="35437796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35A2A-2262-4CA8-8F8E-8146FC6945ED}"/>
              </a:ext>
            </a:extLst>
          </p:cNvPr>
          <p:cNvSpPr>
            <a:spLocks noGrp="1"/>
          </p:cNvSpPr>
          <p:nvPr>
            <p:ph type="ctrTitle"/>
          </p:nvPr>
        </p:nvSpPr>
        <p:spPr>
          <a:xfrm>
            <a:off x="1524000" y="2235200"/>
            <a:ext cx="9144000" cy="2387600"/>
          </a:xfrm>
        </p:spPr>
        <p:txBody>
          <a:bodyPr>
            <a:normAutofit fontScale="90000"/>
          </a:bodyPr>
          <a:lstStyle/>
          <a:p>
            <a:r>
              <a:rPr lang="en-US" dirty="0"/>
              <a:t>Models results on hyper-spectral image and thermal image from corn field on ‘</a:t>
            </a:r>
            <a:r>
              <a:rPr lang="en-US" dirty="0" err="1"/>
              <a:t>Newe</a:t>
            </a:r>
            <a:r>
              <a:rPr lang="en-US" dirty="0"/>
              <a:t> </a:t>
            </a:r>
            <a:r>
              <a:rPr lang="en-US" dirty="0" err="1"/>
              <a:t>Yaar</a:t>
            </a:r>
            <a:r>
              <a:rPr lang="en-US" dirty="0"/>
              <a:t>’ (30.09.25_ </a:t>
            </a:r>
            <a:endParaRPr lang="he-IL" dirty="0"/>
          </a:p>
        </p:txBody>
      </p:sp>
      <p:sp>
        <p:nvSpPr>
          <p:cNvPr id="3" name="Subtitle 2">
            <a:extLst>
              <a:ext uri="{FF2B5EF4-FFF2-40B4-BE49-F238E27FC236}">
                <a16:creationId xmlns:a16="http://schemas.microsoft.com/office/drawing/2014/main" id="{3009B5B9-C5A2-4DF1-B062-B85E9F4D8880}"/>
              </a:ext>
            </a:extLst>
          </p:cNvPr>
          <p:cNvSpPr>
            <a:spLocks noGrp="1"/>
          </p:cNvSpPr>
          <p:nvPr>
            <p:ph type="subTitle" idx="1"/>
          </p:nvPr>
        </p:nvSpPr>
        <p:spPr>
          <a:xfrm>
            <a:off x="1463488" y="5121556"/>
            <a:ext cx="9144000" cy="1655762"/>
          </a:xfrm>
        </p:spPr>
        <p:txBody>
          <a:bodyPr/>
          <a:lstStyle/>
          <a:p>
            <a:r>
              <a:rPr lang="en-US" dirty="0"/>
              <a:t>Dataset name: hs_and_th_imgs_dataset_NeweYaar__20250930_2025-11-11 11.csv</a:t>
            </a:r>
            <a:endParaRPr lang="he-IL" dirty="0"/>
          </a:p>
        </p:txBody>
      </p:sp>
    </p:spTree>
    <p:extLst>
      <p:ext uri="{BB962C8B-B14F-4D97-AF65-F5344CB8AC3E}">
        <p14:creationId xmlns:p14="http://schemas.microsoft.com/office/powerpoint/2010/main" val="1856362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930A82F-5ACB-4B3D-A313-11A93F3AECD0}"/>
              </a:ext>
            </a:extLst>
          </p:cNvPr>
          <p:cNvSpPr>
            <a:spLocks noGrp="1"/>
          </p:cNvSpPr>
          <p:nvPr>
            <p:ph type="title"/>
          </p:nvPr>
        </p:nvSpPr>
        <p:spPr>
          <a:xfrm>
            <a:off x="762000" y="275244"/>
            <a:ext cx="10515600" cy="1869562"/>
          </a:xfrm>
        </p:spPr>
        <p:txBody>
          <a:bodyPr>
            <a:noAutofit/>
          </a:bodyPr>
          <a:lstStyle/>
          <a:p>
            <a:r>
              <a:rPr lang="en-US" sz="2800" b="1" dirty="0"/>
              <a:t>Hyper-Spectral images: </a:t>
            </a:r>
            <a:br>
              <a:rPr lang="en-US" sz="2800" b="1" dirty="0"/>
            </a:br>
            <a:br>
              <a:rPr lang="en-US" sz="1800" b="1" dirty="0"/>
            </a:br>
            <a:r>
              <a:rPr lang="en-US" sz="1800" dirty="0"/>
              <a:t>We noticed that the rendered of the capture images and the calibrated image is different. For Example look</a:t>
            </a:r>
            <a:br>
              <a:rPr lang="en-US" sz="1800" dirty="0"/>
            </a:br>
            <a:r>
              <a:rPr lang="en-US" sz="1800" dirty="0"/>
              <a:t>On image 103 differences .</a:t>
            </a:r>
            <a:r>
              <a:rPr lang="he-IL" sz="1800" dirty="0"/>
              <a:t> </a:t>
            </a:r>
            <a:r>
              <a:rPr lang="en-US" sz="1800" dirty="0"/>
              <a:t>It is quite clear that the calibrated image convert to black (0)</a:t>
            </a:r>
            <a:r>
              <a:rPr lang="he-IL" sz="1800" dirty="0"/>
              <a:t> </a:t>
            </a:r>
            <a:r>
              <a:rPr lang="en-US" sz="1800" dirty="0"/>
              <a:t> more pixels than the captured image. That mean the threshold for </a:t>
            </a:r>
            <a:r>
              <a:rPr lang="he-IL" sz="1800" dirty="0"/>
              <a:t> </a:t>
            </a:r>
            <a:r>
              <a:rPr lang="en-US" sz="1800" dirty="0"/>
              <a:t>saturation in the calibrated image is lower then the threshold of the captured image (4095)</a:t>
            </a:r>
            <a:br>
              <a:rPr lang="he-IL" sz="1800" dirty="0"/>
            </a:br>
            <a:endParaRPr lang="he-IL" sz="1800" dirty="0"/>
          </a:p>
        </p:txBody>
      </p:sp>
      <p:pic>
        <p:nvPicPr>
          <p:cNvPr id="17" name="Content Placeholder 16">
            <a:extLst>
              <a:ext uri="{FF2B5EF4-FFF2-40B4-BE49-F238E27FC236}">
                <a16:creationId xmlns:a16="http://schemas.microsoft.com/office/drawing/2014/main" id="{AED5CC2E-B7D9-4F42-A356-E064BE919A6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058194"/>
            <a:ext cx="5181600" cy="3886200"/>
          </a:xfrm>
        </p:spPr>
      </p:pic>
      <p:pic>
        <p:nvPicPr>
          <p:cNvPr id="21" name="Content Placeholder 20">
            <a:extLst>
              <a:ext uri="{FF2B5EF4-FFF2-40B4-BE49-F238E27FC236}">
                <a16:creationId xmlns:a16="http://schemas.microsoft.com/office/drawing/2014/main" id="{56A91848-DAFF-4550-B425-1D8031E0EBD1}"/>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838200" y="2058194"/>
            <a:ext cx="5181600" cy="3886200"/>
          </a:xfrm>
        </p:spPr>
      </p:pic>
    </p:spTree>
    <p:extLst>
      <p:ext uri="{BB962C8B-B14F-4D97-AF65-F5344CB8AC3E}">
        <p14:creationId xmlns:p14="http://schemas.microsoft.com/office/powerpoint/2010/main" val="488451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930A82F-5ACB-4B3D-A313-11A93F3AECD0}"/>
              </a:ext>
            </a:extLst>
          </p:cNvPr>
          <p:cNvSpPr>
            <a:spLocks noGrp="1"/>
          </p:cNvSpPr>
          <p:nvPr>
            <p:ph type="title"/>
          </p:nvPr>
        </p:nvSpPr>
        <p:spPr>
          <a:xfrm>
            <a:off x="762000" y="275244"/>
            <a:ext cx="10515600" cy="1869562"/>
          </a:xfrm>
        </p:spPr>
        <p:txBody>
          <a:bodyPr>
            <a:noAutofit/>
          </a:bodyPr>
          <a:lstStyle/>
          <a:p>
            <a:r>
              <a:rPr lang="en-US" sz="2800" b="1" dirty="0"/>
              <a:t>Hyper-Spectral images: </a:t>
            </a:r>
            <a:br>
              <a:rPr lang="en-US" sz="2800" b="1" dirty="0"/>
            </a:br>
            <a:br>
              <a:rPr lang="en-US" sz="1800" b="1" dirty="0"/>
            </a:br>
            <a:r>
              <a:rPr lang="en-US" sz="1800" dirty="0"/>
              <a:t>It seems the view-render convert to black</a:t>
            </a:r>
            <a:r>
              <a:rPr lang="he-IL" sz="1800" dirty="0"/>
              <a:t> </a:t>
            </a:r>
            <a:r>
              <a:rPr lang="en-US" sz="1800" dirty="0"/>
              <a:t> the pixel of calibrated image where in the captured image their value is 1.</a:t>
            </a:r>
            <a:br>
              <a:rPr lang="he-IL" sz="1800" dirty="0"/>
            </a:br>
            <a:endParaRPr lang="he-IL" sz="1800" dirty="0"/>
          </a:p>
        </p:txBody>
      </p:sp>
      <p:pic>
        <p:nvPicPr>
          <p:cNvPr id="10" name="Content Placeholder 9">
            <a:extLst>
              <a:ext uri="{FF2B5EF4-FFF2-40B4-BE49-F238E27FC236}">
                <a16:creationId xmlns:a16="http://schemas.microsoft.com/office/drawing/2014/main" id="{E5491A3F-5536-4203-83DC-C90B8554D44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058194"/>
            <a:ext cx="5181600" cy="3886200"/>
          </a:xfrm>
        </p:spPr>
      </p:pic>
      <p:pic>
        <p:nvPicPr>
          <p:cNvPr id="8" name="Content Placeholder 7">
            <a:extLst>
              <a:ext uri="{FF2B5EF4-FFF2-40B4-BE49-F238E27FC236}">
                <a16:creationId xmlns:a16="http://schemas.microsoft.com/office/drawing/2014/main" id="{AE0020F7-0909-4CEF-BEF2-A450E8018E48}"/>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838200" y="2058194"/>
            <a:ext cx="5181600" cy="3886200"/>
          </a:xfrm>
        </p:spPr>
      </p:pic>
    </p:spTree>
    <p:extLst>
      <p:ext uri="{BB962C8B-B14F-4D97-AF65-F5344CB8AC3E}">
        <p14:creationId xmlns:p14="http://schemas.microsoft.com/office/powerpoint/2010/main" val="2513306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C3B8941-F17A-46A9-B77B-81ED45BF778E}"/>
              </a:ext>
            </a:extLst>
          </p:cNvPr>
          <p:cNvSpPr>
            <a:spLocks noGrp="1"/>
          </p:cNvSpPr>
          <p:nvPr>
            <p:ph type="title"/>
          </p:nvPr>
        </p:nvSpPr>
        <p:spPr>
          <a:xfrm>
            <a:off x="838200" y="365125"/>
            <a:ext cx="10515600" cy="1746063"/>
          </a:xfrm>
        </p:spPr>
        <p:txBody>
          <a:bodyPr>
            <a:normAutofit/>
          </a:bodyPr>
          <a:lstStyle/>
          <a:p>
            <a:r>
              <a:rPr lang="en-US" sz="2400" dirty="0"/>
              <a:t>It turn out that in the calibrated image the pixel ‘statured’ (namely converted to black) even for intensity lower as 1755. The histogram below is for the calibrated image presented below. It show the count of the black pixel for each bin where the y-axis is the intensity of the sensor.</a:t>
            </a:r>
            <a:endParaRPr lang="he-IL" sz="2400" dirty="0"/>
          </a:p>
        </p:txBody>
      </p:sp>
      <p:pic>
        <p:nvPicPr>
          <p:cNvPr id="8" name="Content Placeholder 7">
            <a:extLst>
              <a:ext uri="{FF2B5EF4-FFF2-40B4-BE49-F238E27FC236}">
                <a16:creationId xmlns:a16="http://schemas.microsoft.com/office/drawing/2014/main" id="{BAAC844F-9A0E-45BD-B2E3-890C83EFB33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60460" y="1797518"/>
            <a:ext cx="5627593" cy="4460127"/>
          </a:xfrm>
        </p:spPr>
      </p:pic>
      <p:pic>
        <p:nvPicPr>
          <p:cNvPr id="11" name="Picture 10">
            <a:extLst>
              <a:ext uri="{FF2B5EF4-FFF2-40B4-BE49-F238E27FC236}">
                <a16:creationId xmlns:a16="http://schemas.microsoft.com/office/drawing/2014/main" id="{9AA83610-CEE1-478C-8E74-D3C8EB9C8C52}"/>
              </a:ext>
            </a:extLst>
          </p:cNvPr>
          <p:cNvPicPr>
            <a:picLocks noChangeAspect="1"/>
          </p:cNvPicPr>
          <p:nvPr/>
        </p:nvPicPr>
        <p:blipFill>
          <a:blip r:embed="rId3"/>
          <a:stretch>
            <a:fillRect/>
          </a:stretch>
        </p:blipFill>
        <p:spPr>
          <a:xfrm>
            <a:off x="0" y="2716306"/>
            <a:ext cx="6225988" cy="2366681"/>
          </a:xfrm>
          <a:prstGeom prst="rect">
            <a:avLst/>
          </a:prstGeom>
        </p:spPr>
      </p:pic>
    </p:spTree>
    <p:extLst>
      <p:ext uri="{BB962C8B-B14F-4D97-AF65-F5344CB8AC3E}">
        <p14:creationId xmlns:p14="http://schemas.microsoft.com/office/powerpoint/2010/main" val="3420321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198</Words>
  <Application>Microsoft Office PowerPoint</Application>
  <PresentationFormat>Widescreen</PresentationFormat>
  <Paragraphs>5</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Times New Roman</vt:lpstr>
      <vt:lpstr>Office Theme</vt:lpstr>
      <vt:lpstr>Models results on hyper-spectral image and thermal image from corn field on ‘Newe Yaar’ (30.09.25_ </vt:lpstr>
      <vt:lpstr>Hyper-Spectral images:   We noticed that the rendered of the capture images and the calibrated image is different. For Example look On image 103 differences . It is quite clear that the calibrated image convert to black (0)  more pixels than the captured image. That mean the threshold for  saturation in the calibrated image is lower then the threshold of the captured image (4095) </vt:lpstr>
      <vt:lpstr>Hyper-Spectral images:   It seems the view-render convert to black  the pixel of calibrated image where in the captured image their value is 1. </vt:lpstr>
      <vt:lpstr>It turn out that in the calibrated image the pixel ‘statured’ (namely converted to black) even for intensity lower as 1755. The histogram below is for the calibrated image presented below. It show the count of the black pixel for each bin where the y-axis is the intensity of the sensor.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Models results on hyper-spectral image and thermal image from corn field on ‘Newe Yaar’ (30.09.25_ </dc:title>
  <dc:creator>David Ben Michael</dc:creator>
  <cp:lastModifiedBy>David Ben Michael</cp:lastModifiedBy>
  <cp:revision>5</cp:revision>
  <dcterms:created xsi:type="dcterms:W3CDTF">2025-11-20T11:55:53Z</dcterms:created>
  <dcterms:modified xsi:type="dcterms:W3CDTF">2025-11-20T13:02:18Z</dcterms:modified>
</cp:coreProperties>
</file>