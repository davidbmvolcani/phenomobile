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FB2C0D9-1586-4018-B0A3-0DE3A96B44EF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1D70784-73C2-49E9-B71B-044A315FB1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357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 : in contrast of the </a:t>
            </a:r>
            <a:r>
              <a:rPr lang="en-US" dirty="0" err="1"/>
              <a:t>rgb</a:t>
            </a:r>
            <a:r>
              <a:rPr lang="en-US" dirty="0"/>
              <a:t> dataset – here we don’t know the precise number of each plant , only the category it is belong. In thus way  we called plant from white and blue led “R1” but the real plant “R1” that from him Anthocyanin values were test – is do not known.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70784-73C2-49E9-B71B-044A315FB1F6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892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370E-7247-418E-A8F2-C9F012857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D632E-6BA7-4E83-955D-24053124D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09CA-B1AB-4899-A6C3-94F00900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1214-F41F-4F68-AAD0-1996DD74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AFC6C-0728-42AF-885E-EC74127B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279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143C-9DEA-495E-9F28-04CFA6FB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31B48-9B1B-4E5B-8B05-78E4907D2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AAE4-2BAF-4448-B072-CD0A60DC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5B195-D0E0-4106-BA7D-328AEB20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BBF10-7789-44AA-AC06-7450A06FF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580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30AC-9F51-4E84-B325-FC702C9F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8F5A3-10F3-4F1C-90E0-195893E38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90CB1-2776-47C6-ADE6-DE4739720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ACCE2-F42A-49EB-BE01-B10B3F54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57F4-81C0-4921-A25E-A2F130A8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70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0AA3-8D0A-4ABC-805D-6D9BB600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A016-952C-4BBB-8DBE-D79042B06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16DDD-08CD-4F76-BF2D-B1CE08F8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1E0D3-C210-4A1D-8F8F-6AF5A7A4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D1A57-9A10-4A0C-A3DA-2CDF7EF4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E8C46-C3F2-4963-A5CB-5E2D5078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741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87C4-5617-4023-80D9-144FE2EC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63678-C9C7-43D6-A267-33B6F04D9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F4194-F36F-473F-B97A-E3C6320D4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2347C-34EA-4C9C-A937-BE6FF0BDF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E65EE-A2EC-4129-83C6-14E6542EF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ED1A2B-D84A-4562-A916-DD310CF5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603A4-1D43-4748-831E-2BD6A9AD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78F4A1-12F0-452E-95BC-AC874F2A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19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7E74-D63E-402B-B3CB-610300E0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FAD91-B097-4693-B19A-7C76EB6D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D13D5-96B2-4D3F-81FB-CBFDA57D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498CD-1880-44BC-92B2-98CAFF67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559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76303-17C6-4A9B-90E1-C12E78EF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F6A8F-00C3-4C5C-B093-D4BD99C6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3BEB2-6F4D-4B85-9D0F-B2AAEDB9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230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5D46-E4E7-4099-A18C-D77DB1AFF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C0A9-7BDD-453C-8F14-CF08A81D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B5A3-BE11-43A4-B7F1-8CA933E90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1DBE9-CA5A-44C4-8F67-AF2CD0A5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B257B-E542-4FEC-A628-78DB3FEE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0645-6E57-4960-9CC2-4E675F82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1200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D3C4-9518-491E-A611-E64A883A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B4F7E-6979-4F04-BFEC-9CCA2CC64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47C9D-A8B2-4A35-9889-D76B5F968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A1B8-F33B-4C72-8417-40957E62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CD64B-374A-4641-A8FA-08A2C408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226F6-55E8-473F-8FDE-F4925016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738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A083-43FC-49B3-8EE0-028A6C73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3832E-819E-43FA-A26C-B859D942F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A427B-8AAA-4B63-B602-B1C1E7E8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05A20-ACE3-4E7B-9DF2-F2E5B5F0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D0DC7-6555-40FB-919F-981682C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074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D2158-8A99-4708-824E-952048B4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DD6A3-3EE9-45F4-998F-757D81A0A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76332-C45D-44C9-B3C8-62993EE9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BB677-5126-425E-AE38-CB90688B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1CE83-8D70-4F90-AF4D-82EEE025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102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92EC7-86F0-4E23-B84C-25F18BF1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44EA-93D3-4242-A473-1E91639A8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9047-B1D1-41F6-89C5-6BE855082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1E51E-4C73-4F97-9107-BF6C8547EA53}" type="datetimeFigureOut">
              <a:rPr lang="he-IL" smtClean="0"/>
              <a:t>י"ז/טבת/תשפ"ו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37884-0129-4AE1-B40C-5BCBE49F6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5FE66-5BA9-4891-8CEC-A6EFDB5EF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EE14F-5429-448D-BABD-DA958D1EEE2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667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drive/folders/1zljN0xBhiilD1xvH6iH8g0Z7N2KcK6xN?usp=drive_link" TargetMode="External"/><Relationship Id="rId3" Type="http://schemas.openxmlformats.org/officeDocument/2006/relationships/hyperlink" Target="file:///\\wsl.localhost\Ubuntu\home\davidvol\python_projects\phenomobile\documentation\lettuce\051225" TargetMode="External"/><Relationship Id="rId7" Type="http://schemas.openxmlformats.org/officeDocument/2006/relationships/hyperlink" Target="https://drive.google.com/drive/folders/1lUycI9rRRfXpBPeFAR77bXPLWVVilncb?usp=drive_link" TargetMode="External"/><Relationship Id="rId2" Type="http://schemas.openxmlformats.org/officeDocument/2006/relationships/hyperlink" Target="file:///\\wsl.localhost\Ubuntu\home\davidvol\python_projects\phenomobile\documentation\lettuce\0712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drive/folders/1CEDXmd8QMdEBc6nfhfvAhgZAc6ZR1pwt?usp=drive_link" TargetMode="External"/><Relationship Id="rId5" Type="http://schemas.openxmlformats.org/officeDocument/2006/relationships/hyperlink" Target="https://drive.google.com/drive/folders/1h74A1yqAIsXcxp2BU6CL2ypR0fRx65Bk?usp=drive_link" TargetMode="External"/><Relationship Id="rId4" Type="http://schemas.openxmlformats.org/officeDocument/2006/relationships/hyperlink" Target="file:///\\wsl.localhost\Ubuntu\home\davidvol\python_projects\phenomobile\documentation\lettuce\121225" TargetMode="External"/><Relationship Id="rId9" Type="http://schemas.openxmlformats.org/officeDocument/2006/relationships/hyperlink" Target="https://drive.google.com/drive/folders/1xfElOr9UWPcTprq2z6c5nZgVzJ7Q-HVL?usp=drive_lin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drive/folders/1lUycI9rRRfXpBPeFAR77bXPLWVVilncb?usp=drive_link" TargetMode="External"/><Relationship Id="rId3" Type="http://schemas.openxmlformats.org/officeDocument/2006/relationships/hyperlink" Target="file:///\\10.26.94.14\PhenomobileData\DavidDataForTest\Phenomobile\BneiAtarot\2025\20251201" TargetMode="External"/><Relationship Id="rId7" Type="http://schemas.openxmlformats.org/officeDocument/2006/relationships/hyperlink" Target="file:///\\10.26.94.14\PhenomobileData\DavidDataForTest\Phenomobile\BneiAtarot\2025\2025122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drive/folders/1h74A1yqAIsXcxp2BU6CL2ypR0fRx65Bk?usp=drive_link" TargetMode="External"/><Relationship Id="rId11" Type="http://schemas.openxmlformats.org/officeDocument/2006/relationships/image" Target="../media/image8.png"/><Relationship Id="rId5" Type="http://schemas.openxmlformats.org/officeDocument/2006/relationships/hyperlink" Target="file:///\\10.26.94.14\PhenomobileData\DavidDataForTest\Phenomobile\BneiAtarot\2025\20251209" TargetMode="External"/><Relationship Id="rId10" Type="http://schemas.openxmlformats.org/officeDocument/2006/relationships/hyperlink" Target="https://drive.google.com/drive/folders/1xfElOr9UWPcTprq2z6c5nZgVzJ7Q-HVL?usp=drive_link" TargetMode="External"/><Relationship Id="rId4" Type="http://schemas.openxmlformats.org/officeDocument/2006/relationships/hyperlink" Target="file:///\\wsl.localhost\Ubuntu\home\davidvol\python_projects\phenomobile\documentation\lettuce\051225" TargetMode="External"/><Relationship Id="rId9" Type="http://schemas.openxmlformats.org/officeDocument/2006/relationships/hyperlink" Target="file:///\\10.26.94.14\PhenomobileData\DavidDataForTest\Phenomobile\BneiAtarot\2025\20251229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7612D6-B176-496F-9C34-79FD3025A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Lettuces –phenotype investigation</a:t>
            </a:r>
            <a:endParaRPr lang="he-IL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F241F71-08DA-4B0E-BF75-35087B24F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results based on dataset crafted</a:t>
            </a:r>
          </a:p>
          <a:p>
            <a:r>
              <a:rPr lang="en-US" dirty="0"/>
              <a:t> from BNEI-ATAROT lettuces greenhouse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8756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7EBC37-4E06-447C-815C-3DCED8A7F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184064"/>
              </p:ext>
            </p:extLst>
          </p:nvPr>
        </p:nvGraphicFramePr>
        <p:xfrm>
          <a:off x="3758453" y="463924"/>
          <a:ext cx="7120217" cy="517455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4104">
                  <a:extLst>
                    <a:ext uri="{9D8B030D-6E8A-4147-A177-3AD203B41FA5}">
                      <a16:colId xmlns:a16="http://schemas.microsoft.com/office/drawing/2014/main" val="2894179439"/>
                    </a:ext>
                  </a:extLst>
                </a:gridCol>
                <a:gridCol w="1041533">
                  <a:extLst>
                    <a:ext uri="{9D8B030D-6E8A-4147-A177-3AD203B41FA5}">
                      <a16:colId xmlns:a16="http://schemas.microsoft.com/office/drawing/2014/main" val="407517089"/>
                    </a:ext>
                  </a:extLst>
                </a:gridCol>
                <a:gridCol w="1698713">
                  <a:extLst>
                    <a:ext uri="{9D8B030D-6E8A-4147-A177-3AD203B41FA5}">
                      <a16:colId xmlns:a16="http://schemas.microsoft.com/office/drawing/2014/main" val="2441168347"/>
                    </a:ext>
                  </a:extLst>
                </a:gridCol>
                <a:gridCol w="1306065">
                  <a:extLst>
                    <a:ext uri="{9D8B030D-6E8A-4147-A177-3AD203B41FA5}">
                      <a16:colId xmlns:a16="http://schemas.microsoft.com/office/drawing/2014/main" val="3662553441"/>
                    </a:ext>
                  </a:extLst>
                </a:gridCol>
                <a:gridCol w="1379802">
                  <a:extLst>
                    <a:ext uri="{9D8B030D-6E8A-4147-A177-3AD203B41FA5}">
                      <a16:colId xmlns:a16="http://schemas.microsoft.com/office/drawing/2014/main" val="413740377"/>
                    </a:ext>
                  </a:extLst>
                </a:gridCol>
              </a:tblGrid>
              <a:tr h="62127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Raw data images source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Raw Reference dataset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Processed  images dataset name (hyper parameters)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Processed  reference dataset name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Merged (completed) dataset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extLst>
                  <a:ext uri="{0D108BD9-81ED-4DB2-BD59-A6C34878D82A}">
                    <a16:rowId xmlns:a16="http://schemas.microsoft.com/office/drawing/2014/main" val="88395487"/>
                  </a:ext>
                </a:extLst>
              </a:tr>
              <a:tr h="867336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u="sng" dirty="0">
                          <a:effectLst/>
                          <a:hlinkClick r:id="rId2" action="ppaction://hlinkfile"/>
                        </a:rPr>
                        <a:t>071225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u="sng" dirty="0">
                          <a:effectLst/>
                          <a:hlinkClick r:id="rId3" action="ppaction://hlinkfile"/>
                        </a:rPr>
                        <a:t>051225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rgb_imgs_dataset_BneiAtarot_2025-12-28 16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Anthocyanin_BENI_ATAROT_2025-12-05.csv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complete_ds_of_Anthocyanin_BENI_ATAROT_2025-12-05_1767270034.8005881.csv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extLst>
                  <a:ext uri="{0D108BD9-81ED-4DB2-BD59-A6C34878D82A}">
                    <a16:rowId xmlns:a16="http://schemas.microsoft.com/office/drawing/2014/main" val="1513005055"/>
                  </a:ext>
                </a:extLst>
              </a:tr>
              <a:tr h="1149488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hlinkClick r:id="rId4" action="ppaction://hlinkfile"/>
                        </a:rPr>
                        <a:t>121225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 dirty="0">
                          <a:effectLst/>
                          <a:hlinkClick r:id="rId5"/>
                        </a:rPr>
                        <a:t>091225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rgb_imgs_dataset_BneiAtarot_2026-01-01 10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Anthocyanin_BENI_ATAROT_2025-12-09.csv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 latinLnBrk="1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>
                          <a:effectLst/>
                        </a:rPr>
                        <a:t>complete_ds_of_Anthocyanin_BENI_ATAROT_2025-12-09_1767256767.5268679.csv</a:t>
                      </a: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extLst>
                  <a:ext uri="{0D108BD9-81ED-4DB2-BD59-A6C34878D82A}">
                    <a16:rowId xmlns:a16="http://schemas.microsoft.com/office/drawing/2014/main" val="2162439249"/>
                  </a:ext>
                </a:extLst>
              </a:tr>
              <a:tr h="1249337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hlinkClick r:id="rId6"/>
                        </a:rPr>
                        <a:t>161225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hlinkClick r:id="rId7"/>
                        </a:rPr>
                        <a:t>171225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rgb_imgs_dataset_BneiAtarot_2026-01-01 13.csv 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Anthocyanin_BENI_ATAROT_2025-12-17.csv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complete_ds_of_Anthocyanin_BENI_ATAROT_2025-12-17_1767268236.1391623.csv 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extLst>
                  <a:ext uri="{0D108BD9-81ED-4DB2-BD59-A6C34878D82A}">
                    <a16:rowId xmlns:a16="http://schemas.microsoft.com/office/drawing/2014/main" val="3085273731"/>
                  </a:ext>
                </a:extLst>
              </a:tr>
              <a:tr h="1249337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hlinkClick r:id="rId8"/>
                        </a:rPr>
                        <a:t>251225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hlinkClick r:id="rId9"/>
                        </a:rPr>
                        <a:t>251225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rgb_imgs_dataset_BneiAtarot_2026-01-01 13.csv 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Anthocyanin_BENI_ATAROT_2025-12-25.csv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complete_ds_of_Anthocyanin_BENI_ATAROT_2025-12-25_1767268299.6683538.csv 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894" marR="51894" marT="0" marB="0"/>
                </a:tc>
                <a:extLst>
                  <a:ext uri="{0D108BD9-81ED-4DB2-BD59-A6C34878D82A}">
                    <a16:rowId xmlns:a16="http://schemas.microsoft.com/office/drawing/2014/main" val="160062436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8BC5898-1284-4673-A737-6662D91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503394" cy="9056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RGB dataset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09D2E-2A62-4F3A-A58E-AD32BC933FB8}"/>
              </a:ext>
            </a:extLst>
          </p:cNvPr>
          <p:cNvSpPr/>
          <p:nvPr/>
        </p:nvSpPr>
        <p:spPr>
          <a:xfrm>
            <a:off x="3814482" y="5842967"/>
            <a:ext cx="6096000" cy="671915"/>
          </a:xfrm>
          <a:prstGeom prst="rect">
            <a:avLst/>
          </a:prstGeom>
        </p:spPr>
        <p:txBody>
          <a:bodyPr>
            <a:sp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combine all the completed dataset together to one dataset: complete_ds_of_Anthocyanin_BENI_ATAROT_2025_12.csv </a:t>
            </a:r>
          </a:p>
        </p:txBody>
      </p:sp>
    </p:spTree>
    <p:extLst>
      <p:ext uri="{BB962C8B-B14F-4D97-AF65-F5344CB8AC3E}">
        <p14:creationId xmlns:p14="http://schemas.microsoft.com/office/powerpoint/2010/main" val="377634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86FC95-9A08-4BBF-9929-2B2869B8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4" y="1835524"/>
            <a:ext cx="11716231" cy="294340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4254A7-FD34-4DF6-937C-993F8FD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</a:t>
            </a:r>
            <a:r>
              <a:rPr lang="en-US" dirty="0" err="1"/>
              <a:t>rgb</a:t>
            </a:r>
            <a:r>
              <a:rPr lang="en-US" dirty="0"/>
              <a:t> datasets)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6451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E9446-BD5E-432D-9FB4-83B69CACD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4D4B0-ED8D-4615-9D02-4CC4474C9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970" y="157816"/>
            <a:ext cx="7850841" cy="654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02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D062E-D346-4167-845C-18645B9F7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03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93301-3D0C-4128-AA56-0990766BF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6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40EA4-C146-45F8-BFCC-9AAF1BAD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6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9570DF-105E-43F1-AA32-1E85B6987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AA0B53-15F0-457B-B3F5-1943F82A192D}"/>
              </a:ext>
            </a:extLst>
          </p:cNvPr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Disclaimer</a:t>
            </a:r>
            <a:r>
              <a:rPr lang="en-US" dirty="0"/>
              <a:t> : in contrast of the </a:t>
            </a:r>
            <a:r>
              <a:rPr lang="en-US" dirty="0" err="1"/>
              <a:t>rgb</a:t>
            </a:r>
            <a:r>
              <a:rPr lang="en-US" dirty="0"/>
              <a:t> dataset – here we don’t know the precise number of each plant , only the category it is belong. In thus way  we called plant from white and blue led “R1” but the real plant “R1” that from him Anthocyanin values were test – is do not known.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7942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7EBC37-4E06-447C-815C-3DCED8A7F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946068"/>
              </p:ext>
            </p:extLst>
          </p:nvPr>
        </p:nvGraphicFramePr>
        <p:xfrm>
          <a:off x="3758453" y="463924"/>
          <a:ext cx="7120217" cy="424324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4104">
                  <a:extLst>
                    <a:ext uri="{9D8B030D-6E8A-4147-A177-3AD203B41FA5}">
                      <a16:colId xmlns:a16="http://schemas.microsoft.com/office/drawing/2014/main" val="2894179439"/>
                    </a:ext>
                  </a:extLst>
                </a:gridCol>
                <a:gridCol w="1041533">
                  <a:extLst>
                    <a:ext uri="{9D8B030D-6E8A-4147-A177-3AD203B41FA5}">
                      <a16:colId xmlns:a16="http://schemas.microsoft.com/office/drawing/2014/main" val="407517089"/>
                    </a:ext>
                  </a:extLst>
                </a:gridCol>
                <a:gridCol w="1698713">
                  <a:extLst>
                    <a:ext uri="{9D8B030D-6E8A-4147-A177-3AD203B41FA5}">
                      <a16:colId xmlns:a16="http://schemas.microsoft.com/office/drawing/2014/main" val="2441168347"/>
                    </a:ext>
                  </a:extLst>
                </a:gridCol>
                <a:gridCol w="1306065">
                  <a:extLst>
                    <a:ext uri="{9D8B030D-6E8A-4147-A177-3AD203B41FA5}">
                      <a16:colId xmlns:a16="http://schemas.microsoft.com/office/drawing/2014/main" val="3662553441"/>
                    </a:ext>
                  </a:extLst>
                </a:gridCol>
                <a:gridCol w="1379802">
                  <a:extLst>
                    <a:ext uri="{9D8B030D-6E8A-4147-A177-3AD203B41FA5}">
                      <a16:colId xmlns:a16="http://schemas.microsoft.com/office/drawing/2014/main" val="413740377"/>
                    </a:ext>
                  </a:extLst>
                </a:gridCol>
              </a:tblGrid>
              <a:tr h="621277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3"/>
                        </a:rPr>
                        <a:t>20251201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4"/>
                        </a:rPr>
                        <a:t>051225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 latinLnBrk="1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hyper_sp_imgs_dataset_created_at_20251201_from_BneiAtarot_2026-01-04 14.csv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Anthocyanin_BENI_ATAROT_2025-12-05.csv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 latinLnBrk="1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complete_ds_of_Anthocyanin_BENI_ATAROT_2025-12-05_1767531339.0830667.csv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95487"/>
                  </a:ext>
                </a:extLst>
              </a:tr>
              <a:tr h="867336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5"/>
                        </a:rPr>
                        <a:t>20251209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6"/>
                        </a:rPr>
                        <a:t>091225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hyper_sp_imgs_dataset_created_at_20251209_from_BneiAtarot_2026-01-04 15.csv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Anthocyanin_BENI_ATAROT_2025-12-09.csv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complete_ds_of_Anthocyanin_BENI_ATAROT_2025-12-09_1767532262.7876825.csv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005055"/>
                  </a:ext>
                </a:extLst>
              </a:tr>
              <a:tr h="1149488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7"/>
                        </a:rPr>
                        <a:t>20251223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8"/>
                        </a:rPr>
                        <a:t>171225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hyper_sp_imgs_dataset_created_at_20251223_from_BneiAtarot_2026-01-04 15.csv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Anthocyanin_BENI_ATAROT_2025-12-17.csv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complete_ds_of_Anthocyanin_BENI_ATAROT_2025-12-17_1767532587.5599837.csv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2439249"/>
                  </a:ext>
                </a:extLst>
              </a:tr>
              <a:tr h="1249337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9"/>
                        </a:rPr>
                        <a:t>20251229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  <a:hlinkClick r:id="rId10"/>
                        </a:rPr>
                        <a:t>251225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hyper_sp_imgs_dataset_created_at_20251229_from_BneiAtarot_2026-01-04 15.csv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Anthocyanin_BENI_ATAROT_2025-12-25.csv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cs typeface="Arial" panose="020B0604020202020204" pitchFamily="34" charset="0"/>
                        </a:rPr>
                        <a:t>complete_ds_of_Anthocyanin_BENI_ATAROT_2025-12-25_1767535006.4779913.csv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273731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8BC5898-1284-4673-A737-6662D91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82" y="365126"/>
            <a:ext cx="3146612" cy="9056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Hyper spectral dataset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09D2E-2A62-4F3A-A58E-AD32BC933FB8}"/>
              </a:ext>
            </a:extLst>
          </p:cNvPr>
          <p:cNvSpPr/>
          <p:nvPr/>
        </p:nvSpPr>
        <p:spPr>
          <a:xfrm>
            <a:off x="3814482" y="5842967"/>
            <a:ext cx="6096000" cy="1070871"/>
          </a:xfrm>
          <a:prstGeom prst="rect">
            <a:avLst/>
          </a:prstGeom>
        </p:spPr>
        <p:txBody>
          <a:bodyPr>
            <a:sp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We concatenate this datasets and created: complete_HS_ds_of_Anthocyanin_BENI_ATAROT_2025_12.csv' </a:t>
            </a:r>
          </a:p>
          <a:p>
            <a:pPr rtl="1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53B1F6-9065-4AA2-8510-580D47A697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48" y="1969994"/>
            <a:ext cx="3464075" cy="22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7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3F63A-E08B-4D93-BAE0-DD8AE2D4E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229"/>
            <a:ext cx="10900528" cy="57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4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CD92F8-84EA-4A0B-9E33-A7E7AD9A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7" y="2594611"/>
            <a:ext cx="9401735" cy="244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5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8ED3-B834-4FDD-B78A-F9B7C59B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Trial 2 (merge only two dataset)</a:t>
            </a:r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2902-1796-4A3E-A466-7D5EB0D99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39" y="2265829"/>
            <a:ext cx="3512109" cy="1604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87DBD7-C92F-4AE7-9FBE-F3A33F30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670" y="1761565"/>
            <a:ext cx="7858968" cy="431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42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0E6EDA-A59C-4458-A0B8-E05C135FC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62" y="2220281"/>
            <a:ext cx="10813676" cy="332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5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F0A8-53C3-4081-8AFC-2EEE1D3B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3 (merge 3 dataset)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97E9C-7413-48E2-A172-B8093633C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57" y="1936376"/>
            <a:ext cx="7590312" cy="3926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01195B-10C5-4EF4-A859-B3FE6A04A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4" y="4423607"/>
            <a:ext cx="4258235" cy="143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1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FCDF4C-0C9F-4B69-B717-B164B546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85036-41E6-4CA1-8630-6EDF144C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53" y="2845351"/>
            <a:ext cx="9932894" cy="24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74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EDED-A171-40CB-BE98-FAF592F4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4 </a:t>
            </a:r>
            <a:r>
              <a:rPr lang="en-US" sz="2800" dirty="0"/>
              <a:t>(merge all dataset, but the fourth </a:t>
            </a:r>
            <a:r>
              <a:rPr lang="en-US" sz="2800"/>
              <a:t>ds contain only one image)</a:t>
            </a:r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4AEBA-C274-464C-8815-81307305D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5" y="2709582"/>
            <a:ext cx="3575635" cy="2149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7F5642-9D78-4D88-A8C2-E49395D43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138" y="1620371"/>
            <a:ext cx="8206904" cy="46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73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BCFA8-F27B-4620-A9F0-25CFC1044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44" y="2609915"/>
            <a:ext cx="9966512" cy="25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6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607</Words>
  <Application>Microsoft Office PowerPoint</Application>
  <PresentationFormat>Widescreen</PresentationFormat>
  <Paragraphs>62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Times New Roman</vt:lpstr>
      <vt:lpstr>Office Theme</vt:lpstr>
      <vt:lpstr>Lettuces –phenotype investigation</vt:lpstr>
      <vt:lpstr>RGB dataset</vt:lpstr>
      <vt:lpstr>Results (rgb datasets)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Hyper spectral dataset</vt:lpstr>
      <vt:lpstr>PowerPoint Presentation</vt:lpstr>
      <vt:lpstr>PowerPoint Presentation</vt:lpstr>
      <vt:lpstr>Trial 2 (merge only two dataset)</vt:lpstr>
      <vt:lpstr>PowerPoint Presentation</vt:lpstr>
      <vt:lpstr>Trial 3 (merge 3 dataset)</vt:lpstr>
      <vt:lpstr>PowerPoint Presentation</vt:lpstr>
      <vt:lpstr>Trial 4 (merge all dataset, but the fourth ds contain only one image)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Lettuces –phenotype investigation</dc:title>
  <dc:creator>David Ben Michael</dc:creator>
  <cp:lastModifiedBy>David Ben Michael</cp:lastModifiedBy>
  <cp:revision>12</cp:revision>
  <dcterms:created xsi:type="dcterms:W3CDTF">2026-01-01T12:25:48Z</dcterms:created>
  <dcterms:modified xsi:type="dcterms:W3CDTF">2026-01-06T10:48:56Z</dcterms:modified>
</cp:coreProperties>
</file>